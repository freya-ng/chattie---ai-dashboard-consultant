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1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7373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"Bạn đã bao giờ tốn 2 tiếng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chỉ </a:t>
            </a: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để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nghĩ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ý </a:t>
            </a: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tưởng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tạo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chart?"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3017520"/>
            <a:ext cx="54864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00584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Analyst/Scientist mới vào nghề thường bí ở bước chọn biểu đồ phù hợp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3566160"/>
            <a:ext cx="54864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00584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lục Google, đọc docs, hỏi đồng nghiệp — lãng phí thời gian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4114800"/>
            <a:ext cx="54864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0058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cuối cùng vẫn thiếu insight vì chọn sai chart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CHATTIE.AI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Chuyên gia tư vấn Dashboard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trong túi bạn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749040" cy="12344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 AI chuyên biệt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thiết kế dashboard dựa trên AI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920240"/>
            <a:ext cx="3749040" cy="12344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754880" y="192024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945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Đầu vào đơn giản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 mục tiêu + đối tượng + công cụ BI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337560"/>
            <a:ext cx="3749040" cy="12344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640080" y="333756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118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Đầu ra chi tiết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biểu đồ cụ thể, lý do, công thức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3337560"/>
            <a:ext cx="3749040" cy="12344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4754880" y="333756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6118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Học tư duy thiết kế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insight hơn, ít thời gian hơn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CHATTIE.AI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Chỉ cần 4 thông tin là đủ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92024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88720" y="16459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286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Mục tiêu phân tích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VD: doanh thu theo quý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06040" y="1417320"/>
            <a:ext cx="192024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3291840" y="16459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32918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2860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Danh sách cột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74320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Tên, kiểu dữ liệu, ý nghĩa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09160" y="1417320"/>
            <a:ext cx="192024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5394960" y="16459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5394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2860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Đối tượng xem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84632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Trưởng phòng, Analyst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812280" y="1417320"/>
            <a:ext cx="1920240" cy="20116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7498080" y="16459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7498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228600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4944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Công cụ BI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94944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Tableau, Looker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640080" y="3794760"/>
            <a:ext cx="7863840" cy="960120"/>
          </a:xfrm>
          <a:prstGeom prst="rect">
            <a:avLst/>
          </a:prstGeom>
          <a:solidFill>
            <a:srgbClr val="155E75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11480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71600" y="379476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Demo: Phân tích doanh thu bán hàng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CHATTIE.AI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Bên dưới hoạt động như thế nào?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54480" cy="822960"/>
          </a:xfrm>
          <a:prstGeom prst="rect">
            <a:avLst/>
          </a:prstGeom>
          <a:solidFill>
            <a:srgbClr val="E0F7FA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5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1554480" cy="822960"/>
          </a:xfrm>
          <a:prstGeom prst="rect">
            <a:avLst/>
          </a:prstGeom>
          <a:solidFill>
            <a:srgbClr val="0891B2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148840" y="1371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371600"/>
            <a:ext cx="1554480" cy="822960"/>
          </a:xfrm>
          <a:prstGeom prst="rect">
            <a:avLst/>
          </a:prstGeom>
          <a:solidFill>
            <a:srgbClr val="0891B2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" name="Text 8"/>
          <p:cNvSpPr/>
          <p:nvPr/>
        </p:nvSpPr>
        <p:spPr>
          <a:xfrm>
            <a:off x="4023360" y="1371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783080"/>
            <a:ext cx="3200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703320" y="1783080"/>
            <a:ext cx="3200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1371600" cy="5943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035040" y="12344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1371600" cy="5943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03504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1527048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577840" y="2258568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680960" y="1234440"/>
            <a:ext cx="1188720" cy="1005840"/>
          </a:xfrm>
          <a:prstGeom prst="rect">
            <a:avLst/>
          </a:prstGeom>
          <a:solidFill>
            <a:srgbClr val="155E75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680960" y="1227066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UI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17830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40080" y="2971800"/>
            <a:ext cx="3749040" cy="7772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72968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2971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làm UI — deploy 1 lệnh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54880" y="2971800"/>
            <a:ext cx="3749040" cy="7772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72968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94960" y="2971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riêng cho từng model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40080" y="3931920"/>
            <a:ext cx="3749040" cy="7772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33088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280160" y="3931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 tự điều phối request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754880" y="3931920"/>
            <a:ext cx="3749040" cy="7772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133088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94960" y="3931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2 ngôn ngữ: Tiếng Việt / English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CHATTIE.AI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Từ ý tưởng đến sản phẩm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6002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813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Ý tưởng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phát từ pain point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 của người làm data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1325880"/>
            <a:ext cx="2606040" cy="16002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3474720" y="14630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34747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48132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3400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Nghiên cứu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2044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scope, chọn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(Streamlit + Gemini)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7920" y="1325880"/>
            <a:ext cx="2606040" cy="16002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6355080" y="14630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6355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48132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23760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Viết Prompt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kịch bản system prompt,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vai trò &amp; output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3154680"/>
            <a:ext cx="2606040" cy="16002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594360" y="32918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5943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31012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6304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4008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modular: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Service / Config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337560" y="3154680"/>
            <a:ext cx="2606040" cy="16002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4"/>
          <p:cNvSpPr/>
          <p:nvPr/>
        </p:nvSpPr>
        <p:spPr>
          <a:xfrm>
            <a:off x="3474720" y="32918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5"/>
          <p:cNvSpPr/>
          <p:nvPr/>
        </p:nvSpPr>
        <p:spPr>
          <a:xfrm>
            <a:off x="34747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40" y="3310128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34340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52044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test cases, 5 nhóm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chấm điểm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217920" y="3154680"/>
            <a:ext cx="2606040" cy="16002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9"/>
          <p:cNvSpPr/>
          <p:nvPr/>
        </p:nvSpPr>
        <p:spPr>
          <a:xfrm>
            <a:off x="6355080" y="32918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0"/>
          <p:cNvSpPr/>
          <p:nvPr/>
        </p:nvSpPr>
        <p:spPr>
          <a:xfrm>
            <a:off x="6355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3310128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22376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40080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lệnh push, public URL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CHATTIE.AI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Đã làm được gì, còn muốn làm gì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49040" cy="320040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Đã hoàn thành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965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Cấu trúc project, kết nối API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575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743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Iterate &amp; đánh giá chất lượng system prompt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0332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UI đầy đủ — sidebar, chat, streaming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754880" y="1325880"/>
            <a:ext cx="3749040" cy="3200400"/>
          </a:xfrm>
          <a:prstGeom prst="rect">
            <a:avLst/>
          </a:prstGeom>
          <a:solidFill>
            <a:srgbClr val="E0F7FA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9"/>
          <p:cNvSpPr/>
          <p:nvPr/>
        </p:nvSpPr>
        <p:spPr>
          <a:xfrm>
            <a:off x="475488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5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Hướng mở rộng</a:t>
            </a:r>
            <a:endParaRPr lang="en-US" sz="1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01168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40680" y="1965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để chatbot hiểu data thực tế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481" y="272948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4068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sinh code chart (Plotly, DAX, M Query)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481" y="337185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40680" y="3246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lịch sử chat</a:t>
            </a:r>
            <a:endParaRPr lang="en-US" sz="11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4481" y="4014216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440680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"persona" tư vấn khác nhau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Bạn</a:t>
            </a: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</a:t>
            </a: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thể</a:t>
            </a: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thử</a:t>
            </a: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dự</a:t>
            </a: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án</a:t>
            </a: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này</a:t>
            </a: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bằng</a:t>
            </a: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cách</a:t>
            </a: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truy</a:t>
            </a: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cập</a:t>
            </a: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402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dashboard-consultant.streamlit.app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0632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3017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cần Gemini API key miễn phí từ aistudio.google.com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61188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63040" y="3566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— tự clone và fine-tune prompt theo ý muốn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6"/>
          <p:cNvSpPr/>
          <p:nvPr/>
        </p:nvSpPr>
        <p:spPr>
          <a:xfrm>
            <a:off x="1005840" y="39776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"CHATTIE.AI không thay thế Data Analyst — nó giúp bạn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trung vào việc quan trọng hơn: đặt đúng câu hỏi với data."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484</Words>
  <Application>Microsoft Office PowerPoint</Application>
  <PresentationFormat>On-screen Show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CHATTIE.AI — Chuyên gia tư vấn Dashboard</dc:title>
  <dc:subject>PptxGenJS Presentation</dc:subject>
  <dc:creator>CHATTIE.AI</dc:creator>
  <cp:lastModifiedBy>Linh Nguyen</cp:lastModifiedBy>
  <cp:revision>2</cp:revision>
  <dcterms:created xsi:type="dcterms:W3CDTF">2026-04-02T16:00:04Z</dcterms:created>
  <dcterms:modified xsi:type="dcterms:W3CDTF">2026-04-02T16:14:16Z</dcterms:modified>
</cp:coreProperties>
</file>